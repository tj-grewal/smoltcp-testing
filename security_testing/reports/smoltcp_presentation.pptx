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90" d="100"/>
          <a:sy n="190" d="100"/>
        </p:scale>
        <p:origin x="418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Quality Assessment &amp; Security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smoltcp v0.12.0 — Embedded TCP/IP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Comprehensive Security Analysis &amp; Quality Assurance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986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• Project Overview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145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• Mutation Adequacy Testing (333 Mutants)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17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Input Space Partitioning (696 Test Cases)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46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• Security Fuzzing with </a:t>
            </a:r>
            <a:r>
              <a:rPr dirty="0" err="1"/>
              <a:t>libFuzzer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RFC Conformance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140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Performance 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0837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White-Box Coverage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570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Software Safety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5993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Cross-Platform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61245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• 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smoltcp v0.12.0 — standalone, event-driven TCP/IP stack in 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Targets embedded, bare-metal, and resource-constrained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Zero-copy packet parsing with Rust's memory safety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Focus modules: assembler.rs, ipv4.rs, udp.rs, tcp.rs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Tested on Windows 10 (MSVC) and WSL Ubuntu 24.04 (GNU/LLVM)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10 quality dimensions assessed across dual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Custom automation scripts for reproducible, cross-platform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Mutation Adequacy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333 first-order mutants across 4 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7 mutation operator classes: const, arith, rel, bool, bit, assign,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Custom Python engine with module-scoped test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Per-mutant execution time: ~3.4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Results identical on Windows and WSL (deterministic)</a:t>
            </a:r>
          </a:p>
        </p:txBody>
      </p:sp>
      <p:pic>
        <p:nvPicPr>
          <p:cNvPr id="9" name="Picture 8" descr="fig2_muta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Mutation Kill Ratio by Module</a:t>
            </a:r>
          </a:p>
        </p:txBody>
      </p:sp>
      <p:pic>
        <p:nvPicPr>
          <p:cNvPr id="4" name="Picture 3" descr="fig1_mutation_kill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assembler.rs: 89.41% | ipv4.rs: 61.36% | udp.rs: 57.50% | tcp.rs: 63.33%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Equivalent Mutant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5 surviving mutants analyzed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2 classified as equivalent (debug assertions, display-only branches)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3 classified as killable (boundary conditions in add/remove_front)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Adjusted adequacy: K/(M−E) = 229/331 = 69.18%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Targeted tests recommended for overlapping segment assembly</a:t>
            </a:r>
          </a:p>
        </p:txBody>
      </p:sp>
      <p:pic>
        <p:nvPicPr>
          <p:cNvPr id="9" name="Picture 8" descr="fig13_equivalent_mut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Mutation Operator Distribution</a:t>
            </a:r>
          </a:p>
        </p:txBody>
      </p:sp>
      <p:pic>
        <p:nvPicPr>
          <p:cNvPr id="4" name="Picture 3" descr="fig3_operat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Constant replacements dominate (98 mutants), followed by arithmetic (52) and relational (48)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Input Space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UDP parsing: 6 dimensions × full combinatorial = 480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Dimensions: buf_len, len_field, dst_port, checksum, ip_family, rx_on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IPv4 combinatorial: 216 additional test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Total: 696 test cases — 100% pass rate on both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Key finding: checksum=0 accepted for UDP over IPv6</a:t>
            </a:r>
          </a:p>
        </p:txBody>
      </p:sp>
      <p:pic>
        <p:nvPicPr>
          <p:cNvPr id="9" name="Picture 8" descr="fig7_part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Fuzzing with libFuzzer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5 fuzz targets: packet_parser, tcp_headers, dhcp, 802.15.4, 6LoWPAN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60s initial + 180s extended campaigns per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759 unique coverage edges discovered (packet_parser)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Zero crash artifacts across all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Rust's memory safety prevents buffer overflows and null derefs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Windows blocked by MSVC/ASAN DLL incompatibility</a:t>
            </a:r>
          </a:p>
        </p:txBody>
      </p:sp>
      <p:pic>
        <p:nvPicPr>
          <p:cNvPr id="10" name="Picture 9" descr="fig9_fuzzin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RFC Conformance Testing</a:t>
            </a:r>
          </a:p>
        </p:txBody>
      </p:sp>
      <p:pic>
        <p:nvPicPr>
          <p:cNvPr id="4" name="Picture 3" descr="fig6_con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9/9 cases matched expected behavior | 2 specification deviations documented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Specification Deviations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Deviation 1: IPv4 headers with IHL encoding &lt; 20 bytes accepted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   → smoltcp allows sub-minimum headers if buffer is long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   → Could allow crafted packets to bypass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Deviation 2: UDP over IPv6 accepts checksum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   → RFC 2460 mandates non-zero UDP checksums on IPv6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   → Could mask corrupted datagrams on IPv6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Both are deliberate design choices documented in the codebase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Performance: Loopback Throughput</a:t>
            </a:r>
          </a:p>
        </p:txBody>
      </p:sp>
      <p:pic>
        <p:nvPicPr>
          <p:cNvPr id="4" name="Picture 3" descr="fig4_performance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WSL avg: 52.15 Gbps | Windows avg: 17.11 Gbps | 3× performance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Microbenchmark Results</a:t>
            </a:r>
          </a:p>
        </p:txBody>
      </p:sp>
      <p:pic>
        <p:nvPicPr>
          <p:cNvPr id="4" name="Picture 3" descr="fig10_micro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ipv4_parse: ~11ns | udp_parse_emit: ~24ns | ring_buffer_cycle: &lt;1ns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White-Box Coverage Analysis</a:t>
            </a:r>
          </a:p>
        </p:txBody>
      </p:sp>
      <p:pic>
        <p:nvPicPr>
          <p:cNvPr id="4" name="Picture 3" descr="fig5_whitebox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Overall: 80.63% regions | assembler.rs: 98.28% | tcp.rs needs improvement: 72.58%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Enhanced Suite Coverage</a:t>
            </a:r>
          </a:p>
        </p:txBody>
      </p:sp>
      <p:pic>
        <p:nvPicPr>
          <p:cNvPr id="4" name="Picture 3" descr="fig11_enhanced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IPv4 Combinatorial: 98.53% | Microbench: 98.76% | Only 6 total missed regions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Software Safety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Panic-safety tests: all passed on both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18 unsafe code occurrences in 4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All unsafe blocks confined to FFI/platform-specific PHY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Zero unsafe code in protocol parsing or state machine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tuntap_interface.rs: 6 | bpf.rs: 5 | raw_socket.rs: 5 | mod.rs: 2</a:t>
            </a:r>
          </a:p>
        </p:txBody>
      </p:sp>
      <p:pic>
        <p:nvPicPr>
          <p:cNvPr id="9" name="Picture 8" descr="fig8_unsafe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Cross-Platform Portability</a:t>
            </a:r>
          </a:p>
        </p:txBody>
      </p:sp>
      <p:pic>
        <p:nvPicPr>
          <p:cNvPr id="4" name="Picture 3" descr="fig14_por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8/9 suites passed on both platforms | Fuzzing blocked on Windows (MSVC/ASAN)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Quality Assessment Dashboard</a:t>
            </a:r>
          </a:p>
        </p:txBody>
      </p:sp>
      <p:pic>
        <p:nvPicPr>
          <p:cNvPr id="4" name="Picture 3" descr="fig12_t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Mutation adequacy (69.67%) is the primary area for improvement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333 mutants tested — 69.18% adjusted kill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696 functional test cases — 100% pass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Zero crashes from coverage-guided fuzzing (Rust safety)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2 RFC deviations documented (IPv4 header len, IPv6 UDP checksum)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3× performance gap between WSL and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98.5%+ coverage for enhanced test suites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✓ 18 unsafe occurrences — all in FFI layer, none in protocol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✗ Windows fuzzing blocked by MSVC/ASAN toolchain issue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1. Add targeted tests for 102 surviving non-equivalent mutants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2. Resolve Windows fuzzing via LLVM/Clang build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3. Enforce strict IPv6 UDP checksum validation via feature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4. Extend fuzzing campaigns to ≥3600s per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5. Improve tcp.rs coverage (currently 72.58%) with state transition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6. Consider address sanitizer testing on Linux for FFI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Calibri"/>
              </a:defRPr>
            </a:pPr>
            <a:r>
              <a:t>• 7. Automate cross-platform CI pipelines for both Windows and Linux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All test artifacts, logs, and source code are available in the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security_testing/ | security_testing/additions/ | security_testing/reports/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971</Words>
  <Application>Microsoft Office PowerPoint</Application>
  <PresentationFormat>Widescreen</PresentationFormat>
  <Paragraphs>103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TJ</cp:lastModifiedBy>
  <cp:revision>2</cp:revision>
  <dcterms:created xsi:type="dcterms:W3CDTF">2013-01-27T09:14:16Z</dcterms:created>
  <dcterms:modified xsi:type="dcterms:W3CDTF">2026-04-03T23:12:26Z</dcterms:modified>
  <cp:category/>
</cp:coreProperties>
</file>